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Lst>
  <p:sldSz cy="6858000" cx="9144000"/>
  <p:notesSz cx="6788150" cy="99171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1" roundtripDataSignature="AMtx7mjftJnfTNRlQQ1fGsIzFaG3wSJ/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customschemas.google.com/relationships/presentationmetadata" Target="metadata"/><Relationship Id="rId10" Type="http://schemas.openxmlformats.org/officeDocument/2006/relationships/slide" Target="slides/slide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1638" cy="4953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44925" y="0"/>
            <a:ext cx="2941638" cy="4953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915988" y="744538"/>
            <a:ext cx="4957762" cy="3717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79450" y="4710113"/>
            <a:ext cx="5429250" cy="446246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0225"/>
            <a:ext cx="2941638" cy="4953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44925" y="9420225"/>
            <a:ext cx="2941638" cy="495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3:notes"/>
          <p:cNvSpPr txBox="1"/>
          <p:nvPr>
            <p:ph idx="1" type="body"/>
          </p:nvPr>
        </p:nvSpPr>
        <p:spPr>
          <a:xfrm>
            <a:off x="679450" y="4710113"/>
            <a:ext cx="5429250" cy="44624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3" name="Google Shape;93;p63:notes"/>
          <p:cNvSpPr/>
          <p:nvPr>
            <p:ph idx="2" type="sldImg"/>
          </p:nvPr>
        </p:nvSpPr>
        <p:spPr>
          <a:xfrm>
            <a:off x="915988" y="744538"/>
            <a:ext cx="4957762" cy="3717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4:notes"/>
          <p:cNvSpPr txBox="1"/>
          <p:nvPr>
            <p:ph idx="1" type="body"/>
          </p:nvPr>
        </p:nvSpPr>
        <p:spPr>
          <a:xfrm>
            <a:off x="679450" y="4710113"/>
            <a:ext cx="5429250" cy="44624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0" name="Google Shape;100;p64:notes"/>
          <p:cNvSpPr/>
          <p:nvPr>
            <p:ph idx="2" type="sldImg"/>
          </p:nvPr>
        </p:nvSpPr>
        <p:spPr>
          <a:xfrm>
            <a:off x="915988" y="744538"/>
            <a:ext cx="4957762" cy="3717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5:notes"/>
          <p:cNvSpPr txBox="1"/>
          <p:nvPr>
            <p:ph idx="1" type="body"/>
          </p:nvPr>
        </p:nvSpPr>
        <p:spPr>
          <a:xfrm>
            <a:off x="679450" y="4710113"/>
            <a:ext cx="5429250" cy="44624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7" name="Google Shape;107;p65:notes"/>
          <p:cNvSpPr/>
          <p:nvPr>
            <p:ph idx="2" type="sldImg"/>
          </p:nvPr>
        </p:nvSpPr>
        <p:spPr>
          <a:xfrm>
            <a:off x="915988" y="744538"/>
            <a:ext cx="4957762" cy="3717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6:notes"/>
          <p:cNvSpPr txBox="1"/>
          <p:nvPr>
            <p:ph idx="1" type="body"/>
          </p:nvPr>
        </p:nvSpPr>
        <p:spPr>
          <a:xfrm>
            <a:off x="679450" y="4710113"/>
            <a:ext cx="5429250" cy="44624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4" name="Google Shape;114;p66:notes"/>
          <p:cNvSpPr/>
          <p:nvPr>
            <p:ph idx="2" type="sldImg"/>
          </p:nvPr>
        </p:nvSpPr>
        <p:spPr>
          <a:xfrm>
            <a:off x="915988" y="744538"/>
            <a:ext cx="4957762" cy="3717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7:notes"/>
          <p:cNvSpPr txBox="1"/>
          <p:nvPr>
            <p:ph idx="1" type="body"/>
          </p:nvPr>
        </p:nvSpPr>
        <p:spPr>
          <a:xfrm>
            <a:off x="679450" y="4710113"/>
            <a:ext cx="5429250" cy="44624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2" name="Google Shape;122;p67:notes"/>
          <p:cNvSpPr/>
          <p:nvPr>
            <p:ph idx="2" type="sldImg"/>
          </p:nvPr>
        </p:nvSpPr>
        <p:spPr>
          <a:xfrm>
            <a:off x="915988" y="744538"/>
            <a:ext cx="4957762" cy="3717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7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7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chemeClr val="dk1"/>
              </a:buClr>
              <a:buSzPts val="3200"/>
              <a:buFont typeface="Arial"/>
              <a:buNone/>
              <a:defRPr/>
            </a:lvl1pPr>
            <a:lvl2pPr lvl="1" algn="ctr">
              <a:lnSpc>
                <a:spcPct val="100000"/>
              </a:lnSpc>
              <a:spcBef>
                <a:spcPts val="560"/>
              </a:spcBef>
              <a:spcAft>
                <a:spcPts val="0"/>
              </a:spcAft>
              <a:buClr>
                <a:schemeClr val="dk1"/>
              </a:buClr>
              <a:buSzPts val="2800"/>
              <a:buFont typeface="Arial"/>
              <a:buNone/>
              <a:defRPr/>
            </a:lvl2pPr>
            <a:lvl3pPr lvl="2" algn="ctr">
              <a:lnSpc>
                <a:spcPct val="100000"/>
              </a:lnSpc>
              <a:spcBef>
                <a:spcPts val="480"/>
              </a:spcBef>
              <a:spcAft>
                <a:spcPts val="0"/>
              </a:spcAft>
              <a:buClr>
                <a:schemeClr val="dk1"/>
              </a:buClr>
              <a:buSzPts val="2400"/>
              <a:buFont typeface="Arial"/>
              <a:buNone/>
              <a:defRPr/>
            </a:lvl3pPr>
            <a:lvl4pPr lvl="3" algn="ctr">
              <a:lnSpc>
                <a:spcPct val="100000"/>
              </a:lnSpc>
              <a:spcBef>
                <a:spcPts val="400"/>
              </a:spcBef>
              <a:spcAft>
                <a:spcPts val="0"/>
              </a:spcAft>
              <a:buClr>
                <a:schemeClr val="dk1"/>
              </a:buClr>
              <a:buSzPts val="2000"/>
              <a:buFont typeface="Arial"/>
              <a:buNone/>
              <a:defRPr/>
            </a:lvl4pPr>
            <a:lvl5pPr lvl="4" algn="ctr">
              <a:lnSpc>
                <a:spcPct val="100000"/>
              </a:lnSpc>
              <a:spcBef>
                <a:spcPts val="400"/>
              </a:spcBef>
              <a:spcAft>
                <a:spcPts val="0"/>
              </a:spcAft>
              <a:buClr>
                <a:schemeClr val="dk1"/>
              </a:buClr>
              <a:buSzPts val="2000"/>
              <a:buFont typeface="Arial"/>
              <a:buNone/>
              <a:defRPr/>
            </a:lvl5pPr>
            <a:lvl6pPr lvl="5" algn="ctr">
              <a:lnSpc>
                <a:spcPct val="100000"/>
              </a:lnSpc>
              <a:spcBef>
                <a:spcPts val="400"/>
              </a:spcBef>
              <a:spcAft>
                <a:spcPts val="0"/>
              </a:spcAft>
              <a:buClr>
                <a:schemeClr val="dk1"/>
              </a:buClr>
              <a:buSzPts val="2000"/>
              <a:buFont typeface="Arial"/>
              <a:buNone/>
              <a:defRPr/>
            </a:lvl6pPr>
            <a:lvl7pPr lvl="6" algn="ctr">
              <a:lnSpc>
                <a:spcPct val="100000"/>
              </a:lnSpc>
              <a:spcBef>
                <a:spcPts val="400"/>
              </a:spcBef>
              <a:spcAft>
                <a:spcPts val="0"/>
              </a:spcAft>
              <a:buClr>
                <a:schemeClr val="dk1"/>
              </a:buClr>
              <a:buSzPts val="2000"/>
              <a:buFont typeface="Arial"/>
              <a:buNone/>
              <a:defRPr/>
            </a:lvl7pPr>
            <a:lvl8pPr lvl="7" algn="ctr">
              <a:lnSpc>
                <a:spcPct val="100000"/>
              </a:lnSpc>
              <a:spcBef>
                <a:spcPts val="400"/>
              </a:spcBef>
              <a:spcAft>
                <a:spcPts val="0"/>
              </a:spcAft>
              <a:buClr>
                <a:schemeClr val="dk1"/>
              </a:buClr>
              <a:buSzPts val="2000"/>
              <a:buFont typeface="Arial"/>
              <a:buNone/>
              <a:defRPr/>
            </a:lvl8pPr>
            <a:lvl9pPr lvl="8" algn="ctr">
              <a:lnSpc>
                <a:spcPct val="100000"/>
              </a:lnSpc>
              <a:spcBef>
                <a:spcPts val="400"/>
              </a:spcBef>
              <a:spcAft>
                <a:spcPts val="0"/>
              </a:spcAft>
              <a:buClr>
                <a:schemeClr val="dk1"/>
              </a:buClr>
              <a:buSzPts val="2000"/>
              <a:buFont typeface="Arial"/>
              <a:buNone/>
              <a:defRPr/>
            </a:lvl9pPr>
          </a:lstStyle>
          <a:p/>
        </p:txBody>
      </p:sp>
      <p:sp>
        <p:nvSpPr>
          <p:cNvPr id="18" name="Google Shape;18;p7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19" name="Google Shape;19;p7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20" name="Google Shape;20;p7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7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7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25" name="Google Shape;25;p7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26" name="Google Shape;26;p7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7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29" name="Google Shape;29;p7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30" name="Google Shape;30;p7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31" name="Shape 31"/>
        <p:cNvGrpSpPr/>
        <p:nvPr/>
      </p:nvGrpSpPr>
      <p:grpSpPr>
        <a:xfrm>
          <a:off x="0" y="0"/>
          <a:ext cx="0" cy="0"/>
          <a:chOff x="0" y="0"/>
          <a:chExt cx="0" cy="0"/>
        </a:xfrm>
      </p:grpSpPr>
      <p:sp>
        <p:nvSpPr>
          <p:cNvPr id="32" name="Google Shape;32;p7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 name="Google Shape;33;p7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 name="Google Shape;34;p7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5" name="Google Shape;35;p7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36" name="Google Shape;36;p7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37" name="Google Shape;37;p7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7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 name="Google Shape;40;p7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chemeClr val="dk1"/>
              </a:buClr>
              <a:buSzPts val="2000"/>
              <a:buFont typeface="Arial"/>
              <a:buNone/>
              <a:defRPr sz="2000"/>
            </a:lvl1pPr>
            <a:lvl2pPr indent="-228600" lvl="1" marL="914400" algn="l">
              <a:lnSpc>
                <a:spcPct val="100000"/>
              </a:lnSpc>
              <a:spcBef>
                <a:spcPts val="360"/>
              </a:spcBef>
              <a:spcAft>
                <a:spcPts val="0"/>
              </a:spcAft>
              <a:buClr>
                <a:schemeClr val="dk1"/>
              </a:buClr>
              <a:buSzPts val="1800"/>
              <a:buFont typeface="Arial"/>
              <a:buNone/>
              <a:defRPr sz="1800"/>
            </a:lvl2pPr>
            <a:lvl3pPr indent="-228600" lvl="2" marL="1371600" algn="l">
              <a:lnSpc>
                <a:spcPct val="100000"/>
              </a:lnSpc>
              <a:spcBef>
                <a:spcPts val="320"/>
              </a:spcBef>
              <a:spcAft>
                <a:spcPts val="0"/>
              </a:spcAft>
              <a:buClr>
                <a:schemeClr val="dk1"/>
              </a:buClr>
              <a:buSzPts val="1600"/>
              <a:buFont typeface="Arial"/>
              <a:buNone/>
              <a:defRPr sz="1600"/>
            </a:lvl3pPr>
            <a:lvl4pPr indent="-228600" lvl="3" marL="1828800" algn="l">
              <a:lnSpc>
                <a:spcPct val="100000"/>
              </a:lnSpc>
              <a:spcBef>
                <a:spcPts val="280"/>
              </a:spcBef>
              <a:spcAft>
                <a:spcPts val="0"/>
              </a:spcAft>
              <a:buClr>
                <a:schemeClr val="dk1"/>
              </a:buClr>
              <a:buSzPts val="1400"/>
              <a:buFont typeface="Arial"/>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228600" lvl="5" marL="2743200" algn="l">
              <a:lnSpc>
                <a:spcPct val="100000"/>
              </a:lnSpc>
              <a:spcBef>
                <a:spcPts val="280"/>
              </a:spcBef>
              <a:spcAft>
                <a:spcPts val="0"/>
              </a:spcAft>
              <a:buClr>
                <a:schemeClr val="dk1"/>
              </a:buClr>
              <a:buSzPts val="1400"/>
              <a:buFont typeface="Arial"/>
              <a:buNone/>
              <a:defRPr sz="1400"/>
            </a:lvl6pPr>
            <a:lvl7pPr indent="-228600" lvl="6" marL="3200400" algn="l">
              <a:lnSpc>
                <a:spcPct val="100000"/>
              </a:lnSpc>
              <a:spcBef>
                <a:spcPts val="280"/>
              </a:spcBef>
              <a:spcAft>
                <a:spcPts val="0"/>
              </a:spcAft>
              <a:buClr>
                <a:schemeClr val="dk1"/>
              </a:buClr>
              <a:buSzPts val="1400"/>
              <a:buFont typeface="Arial"/>
              <a:buNone/>
              <a:defRPr sz="1400"/>
            </a:lvl7pPr>
            <a:lvl8pPr indent="-228600" lvl="7" marL="3657600" algn="l">
              <a:lnSpc>
                <a:spcPct val="100000"/>
              </a:lnSpc>
              <a:spcBef>
                <a:spcPts val="280"/>
              </a:spcBef>
              <a:spcAft>
                <a:spcPts val="0"/>
              </a:spcAft>
              <a:buClr>
                <a:schemeClr val="dk1"/>
              </a:buClr>
              <a:buSzPts val="1400"/>
              <a:buFont typeface="Arial"/>
              <a:buNone/>
              <a:defRPr sz="1400"/>
            </a:lvl8pPr>
            <a:lvl9pPr indent="-228600" lvl="8" marL="4114800" algn="l">
              <a:lnSpc>
                <a:spcPct val="100000"/>
              </a:lnSpc>
              <a:spcBef>
                <a:spcPts val="280"/>
              </a:spcBef>
              <a:spcAft>
                <a:spcPts val="0"/>
              </a:spcAft>
              <a:buClr>
                <a:schemeClr val="dk1"/>
              </a:buClr>
              <a:buSzPts val="1400"/>
              <a:buFont typeface="Arial"/>
              <a:buNone/>
              <a:defRPr sz="1400"/>
            </a:lvl9pPr>
          </a:lstStyle>
          <a:p/>
        </p:txBody>
      </p:sp>
      <p:sp>
        <p:nvSpPr>
          <p:cNvPr id="41" name="Google Shape;41;p7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42" name="Google Shape;42;p7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43" name="Google Shape;43;p7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7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 name="Google Shape;46;p7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47" name="Google Shape;47;p7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48" name="Google Shape;48;p7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49" name="Google Shape;49;p7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50" name="Google Shape;50;p7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7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 name="Google Shape;53;p7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54" name="Google Shape;54;p7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55" name="Google Shape;55;p7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56" name="Google Shape;56;p7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57" name="Google Shape;57;p7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58" name="Google Shape;58;p7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59" name="Google Shape;59;p7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2" name="Google Shape;62;p7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63" name="Google Shape;63;p7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64" name="Google Shape;64;p7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7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 name="Google Shape;67;p7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Font typeface="Arial"/>
              <a:buChar char="•"/>
              <a:defRPr sz="3200"/>
            </a:lvl1pPr>
            <a:lvl2pPr indent="-406400" lvl="1" marL="914400" algn="l">
              <a:lnSpc>
                <a:spcPct val="100000"/>
              </a:lnSpc>
              <a:spcBef>
                <a:spcPts val="560"/>
              </a:spcBef>
              <a:spcAft>
                <a:spcPts val="0"/>
              </a:spcAft>
              <a:buClr>
                <a:schemeClr val="dk1"/>
              </a:buClr>
              <a:buSzPts val="2800"/>
              <a:buFont typeface="Arial"/>
              <a:buChar char="–"/>
              <a:defRPr sz="2800"/>
            </a:lvl2pPr>
            <a:lvl3pPr indent="-381000" lvl="2" marL="1371600" algn="l">
              <a:lnSpc>
                <a:spcPct val="100000"/>
              </a:lnSpc>
              <a:spcBef>
                <a:spcPts val="480"/>
              </a:spcBef>
              <a:spcAft>
                <a:spcPts val="0"/>
              </a:spcAft>
              <a:buClr>
                <a:schemeClr val="dk1"/>
              </a:buClr>
              <a:buSzPts val="2400"/>
              <a:buFont typeface="Arial"/>
              <a:buChar char="•"/>
              <a:defRPr sz="2400"/>
            </a:lvl3pPr>
            <a:lvl4pPr indent="-355600" lvl="3" marL="1828800" algn="l">
              <a:lnSpc>
                <a:spcPct val="100000"/>
              </a:lnSpc>
              <a:spcBef>
                <a:spcPts val="400"/>
              </a:spcBef>
              <a:spcAft>
                <a:spcPts val="0"/>
              </a:spcAft>
              <a:buClr>
                <a:schemeClr val="dk1"/>
              </a:buClr>
              <a:buSzPts val="2000"/>
              <a:buFont typeface="Arial"/>
              <a:buChar char="–"/>
              <a:defRPr sz="2000"/>
            </a:lvl4pPr>
            <a:lvl5pPr indent="-355600" lvl="4" marL="2286000" algn="l">
              <a:lnSpc>
                <a:spcPct val="100000"/>
              </a:lnSpc>
              <a:spcBef>
                <a:spcPts val="400"/>
              </a:spcBef>
              <a:spcAft>
                <a:spcPts val="0"/>
              </a:spcAft>
              <a:buClr>
                <a:schemeClr val="dk1"/>
              </a:buClr>
              <a:buSzPts val="2000"/>
              <a:buFont typeface="Arial"/>
              <a:buChar char="»"/>
              <a:defRPr sz="2000"/>
            </a:lvl5pPr>
            <a:lvl6pPr indent="-355600" lvl="5" marL="2743200" algn="l">
              <a:lnSpc>
                <a:spcPct val="100000"/>
              </a:lnSpc>
              <a:spcBef>
                <a:spcPts val="400"/>
              </a:spcBef>
              <a:spcAft>
                <a:spcPts val="0"/>
              </a:spcAft>
              <a:buClr>
                <a:schemeClr val="dk1"/>
              </a:buClr>
              <a:buSzPts val="2000"/>
              <a:buFont typeface="Arial"/>
              <a:buChar char="»"/>
              <a:defRPr sz="2000"/>
            </a:lvl6pPr>
            <a:lvl7pPr indent="-355600" lvl="6" marL="3200400" algn="l">
              <a:lnSpc>
                <a:spcPct val="100000"/>
              </a:lnSpc>
              <a:spcBef>
                <a:spcPts val="400"/>
              </a:spcBef>
              <a:spcAft>
                <a:spcPts val="0"/>
              </a:spcAft>
              <a:buClr>
                <a:schemeClr val="dk1"/>
              </a:buClr>
              <a:buSzPts val="2000"/>
              <a:buFont typeface="Arial"/>
              <a:buChar char="»"/>
              <a:defRPr sz="2000"/>
            </a:lvl7pPr>
            <a:lvl8pPr indent="-355600" lvl="7" marL="3657600" algn="l">
              <a:lnSpc>
                <a:spcPct val="100000"/>
              </a:lnSpc>
              <a:spcBef>
                <a:spcPts val="400"/>
              </a:spcBef>
              <a:spcAft>
                <a:spcPts val="0"/>
              </a:spcAft>
              <a:buClr>
                <a:schemeClr val="dk1"/>
              </a:buClr>
              <a:buSzPts val="2000"/>
              <a:buFont typeface="Arial"/>
              <a:buChar char="»"/>
              <a:defRPr sz="2000"/>
            </a:lvl8pPr>
            <a:lvl9pPr indent="-355600" lvl="8" marL="4114800" algn="l">
              <a:lnSpc>
                <a:spcPct val="100000"/>
              </a:lnSpc>
              <a:spcBef>
                <a:spcPts val="400"/>
              </a:spcBef>
              <a:spcAft>
                <a:spcPts val="0"/>
              </a:spcAft>
              <a:buClr>
                <a:schemeClr val="dk1"/>
              </a:buClr>
              <a:buSzPts val="2000"/>
              <a:buFont typeface="Arial"/>
              <a:buChar char="»"/>
              <a:defRPr sz="2000"/>
            </a:lvl9pPr>
          </a:lstStyle>
          <a:p/>
        </p:txBody>
      </p:sp>
      <p:sp>
        <p:nvSpPr>
          <p:cNvPr id="68" name="Google Shape;68;p7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69" name="Google Shape;69;p7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70" name="Google Shape;70;p7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71" name="Google Shape;71;p7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7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4" name="Google Shape;74;p79"/>
          <p:cNvSpPr/>
          <p:nvPr>
            <p:ph idx="2" type="pic"/>
          </p:nvPr>
        </p:nvSpPr>
        <p:spPr>
          <a:xfrm>
            <a:off x="1792288" y="612775"/>
            <a:ext cx="5486400" cy="4114800"/>
          </a:xfrm>
          <a:prstGeom prst="rect">
            <a:avLst/>
          </a:prstGeom>
          <a:noFill/>
          <a:ln>
            <a:noFill/>
          </a:ln>
        </p:spPr>
      </p:sp>
      <p:sp>
        <p:nvSpPr>
          <p:cNvPr id="75" name="Google Shape;75;p7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76" name="Google Shape;76;p7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77" name="Google Shape;77;p7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78" name="Google Shape;78;p7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1" name="Google Shape;81;p80"/>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2" name="Google Shape;82;p8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83" name="Google Shape;83;p8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84" name="Google Shape;84;p8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5" name="Shape 85"/>
        <p:cNvGrpSpPr/>
        <p:nvPr/>
      </p:nvGrpSpPr>
      <p:grpSpPr>
        <a:xfrm>
          <a:off x="0" y="0"/>
          <a:ext cx="0" cy="0"/>
          <a:chOff x="0" y="0"/>
          <a:chExt cx="0" cy="0"/>
        </a:xfrm>
      </p:grpSpPr>
      <p:sp>
        <p:nvSpPr>
          <p:cNvPr id="86" name="Google Shape;86;p81"/>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7" name="Google Shape;87;p81"/>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8" name="Google Shape;88;p8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89" name="Google Shape;89;p8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900"/>
              </a:spcBef>
              <a:spcAft>
                <a:spcPts val="0"/>
              </a:spcAft>
              <a:buSzPts val="1400"/>
              <a:buNone/>
              <a:defRPr/>
            </a:lvl2pPr>
            <a:lvl3pPr lvl="2" algn="l">
              <a:lnSpc>
                <a:spcPct val="100000"/>
              </a:lnSpc>
              <a:spcBef>
                <a:spcPts val="900"/>
              </a:spcBef>
              <a:spcAft>
                <a:spcPts val="0"/>
              </a:spcAft>
              <a:buSzPts val="1400"/>
              <a:buNone/>
              <a:defRPr/>
            </a:lvl3pPr>
            <a:lvl4pPr lvl="3" algn="l">
              <a:lnSpc>
                <a:spcPct val="100000"/>
              </a:lnSpc>
              <a:spcBef>
                <a:spcPts val="900"/>
              </a:spcBef>
              <a:spcAft>
                <a:spcPts val="0"/>
              </a:spcAft>
              <a:buSzPts val="1400"/>
              <a:buNone/>
              <a:defRPr/>
            </a:lvl4pPr>
            <a:lvl5pPr lvl="4" algn="l">
              <a:lnSpc>
                <a:spcPct val="100000"/>
              </a:lnSpc>
              <a:spcBef>
                <a:spcPts val="900"/>
              </a:spcBef>
              <a:spcAft>
                <a:spcPts val="0"/>
              </a:spcAft>
              <a:buSzPts val="1400"/>
              <a:buNone/>
              <a:defRPr/>
            </a:lvl5pPr>
            <a:lvl6pPr lvl="5" rtl="1" algn="r">
              <a:lnSpc>
                <a:spcPct val="100000"/>
              </a:lnSpc>
              <a:spcBef>
                <a:spcPts val="0"/>
              </a:spcBef>
              <a:spcAft>
                <a:spcPts val="0"/>
              </a:spcAft>
              <a:buSzPts val="1400"/>
              <a:buNone/>
              <a:defRPr/>
            </a:lvl6pPr>
            <a:lvl7pPr lvl="6" rtl="1" algn="r">
              <a:lnSpc>
                <a:spcPct val="100000"/>
              </a:lnSpc>
              <a:spcBef>
                <a:spcPts val="0"/>
              </a:spcBef>
              <a:spcAft>
                <a:spcPts val="0"/>
              </a:spcAft>
              <a:buSzPts val="1400"/>
              <a:buNone/>
              <a:defRPr/>
            </a:lvl7pPr>
            <a:lvl8pPr lvl="7" rtl="1" algn="r">
              <a:lnSpc>
                <a:spcPct val="100000"/>
              </a:lnSpc>
              <a:spcBef>
                <a:spcPts val="0"/>
              </a:spcBef>
              <a:spcAft>
                <a:spcPts val="0"/>
              </a:spcAft>
              <a:buSzPts val="1400"/>
              <a:buNone/>
              <a:defRPr/>
            </a:lvl8pPr>
            <a:lvl9pPr lvl="8" rtl="1" algn="r">
              <a:lnSpc>
                <a:spcPct val="100000"/>
              </a:lnSpc>
              <a:spcBef>
                <a:spcPts val="0"/>
              </a:spcBef>
              <a:spcAft>
                <a:spcPts val="0"/>
              </a:spcAft>
              <a:buSzPts val="1400"/>
              <a:buNone/>
              <a:defRPr/>
            </a:lvl9pPr>
          </a:lstStyle>
          <a:p/>
        </p:txBody>
      </p:sp>
      <p:sp>
        <p:nvSpPr>
          <p:cNvPr id="90" name="Google Shape;90;p8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9pPr>
          </a:lstStyle>
          <a:p/>
        </p:txBody>
      </p:sp>
      <p:sp>
        <p:nvSpPr>
          <p:cNvPr id="11" name="Google Shape;11;p6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6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6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90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1" algn="r">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6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solidFill>
                  <a:srgbClr val="FF0000"/>
                </a:solidFill>
                <a:latin typeface="Arial"/>
                <a:ea typeface="Arial"/>
                <a:cs typeface="Arial"/>
                <a:sym typeface="Arial"/>
              </a:rPr>
              <a:t>Project</a:t>
            </a:r>
            <a:r>
              <a:rPr lang="en-US">
                <a:latin typeface="Arial"/>
                <a:ea typeface="Arial"/>
                <a:cs typeface="Arial"/>
                <a:sym typeface="Arial"/>
              </a:rPr>
              <a:t> </a:t>
            </a:r>
            <a:endParaRPr>
              <a:latin typeface="Arial"/>
              <a:ea typeface="Arial"/>
              <a:cs typeface="Arial"/>
              <a:sym typeface="Arial"/>
            </a:endParaRPr>
          </a:p>
        </p:txBody>
      </p:sp>
      <p:sp>
        <p:nvSpPr>
          <p:cNvPr id="96" name="Google Shape;96;p6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pic>
        <p:nvPicPr>
          <p:cNvPr descr="טיטניק – האנציקלופדיה היהודית" id="97" name="Google Shape;97;p63"/>
          <p:cNvPicPr preferRelativeResize="0"/>
          <p:nvPr/>
        </p:nvPicPr>
        <p:blipFill rotWithShape="1">
          <a:blip r:embed="rId3">
            <a:alphaModFix/>
          </a:blip>
          <a:srcRect b="0" l="0" r="0" t="0"/>
          <a:stretch/>
        </p:blipFill>
        <p:spPr>
          <a:xfrm>
            <a:off x="1331640" y="1556792"/>
            <a:ext cx="6480720" cy="476333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6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103" name="Google Shape;103;p64"/>
          <p:cNvSpPr txBox="1"/>
          <p:nvPr>
            <p:ph idx="1" type="body"/>
          </p:nvPr>
        </p:nvSpPr>
        <p:spPr>
          <a:xfrm>
            <a:off x="422857" y="1289927"/>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Create a system that will allow you to buy the best ticket for the Titanic ride. </a:t>
            </a:r>
            <a:endParaRPr/>
          </a:p>
          <a:p>
            <a:pPr indent="-342900" lvl="0" marL="342900" rtl="0" algn="l">
              <a:lnSpc>
                <a:spcPct val="100000"/>
              </a:lnSpc>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You will receive with the input function the following information. ‘name’, ‘age’, ‘fare’, ‘sex’.</a:t>
            </a:r>
            <a:endParaRPr/>
          </a:p>
          <a:p>
            <a:pPr indent="-342900" lvl="0" marL="342900" rtl="0" algn="l">
              <a:lnSpc>
                <a:spcPct val="100000"/>
              </a:lnSpc>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input function receives its value as a string but you can translate the type with the relevant functions. The name will hold a string, the age will hold a float, the fare will hold a float, and the sex will hold a string. </a:t>
            </a:r>
            <a:endParaRPr/>
          </a:p>
          <a:p>
            <a:pPr indent="-342900" lvl="0" marL="342900" rtl="0" algn="l">
              <a:lnSpc>
                <a:spcPct val="100000"/>
              </a:lnSpc>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Find the max fare value that was paid by other passengers and find the minimal value that was paid by other passengers. Make sure that your fare price is for sure between the minimal and the maximal fare prices. If not tell the user that his fare payment is illegal and ask him to pay again. </a:t>
            </a:r>
            <a:endParaRPr sz="2400">
              <a:latin typeface="Times New Roman"/>
              <a:ea typeface="Times New Roman"/>
              <a:cs typeface="Times New Roman"/>
              <a:sym typeface="Times New Roman"/>
            </a:endParaRPr>
          </a:p>
          <a:p>
            <a:pPr indent="0" lvl="0" marL="0" rtl="0" algn="l">
              <a:lnSpc>
                <a:spcPct val="100000"/>
              </a:lnSpc>
              <a:spcBef>
                <a:spcPts val="48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p:txBody>
      </p:sp>
      <p:sp>
        <p:nvSpPr>
          <p:cNvPr id="104" name="Google Shape;104;p64"/>
          <p:cNvSpPr txBox="1"/>
          <p:nvPr>
            <p:ph type="title"/>
          </p:nvPr>
        </p:nvSpPr>
        <p:spPr>
          <a:xfrm>
            <a:off x="483931" y="116632"/>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solidFill>
                  <a:srgbClr val="FF0000"/>
                </a:solidFill>
                <a:latin typeface="Arial"/>
                <a:ea typeface="Arial"/>
                <a:cs typeface="Arial"/>
                <a:sym typeface="Arial"/>
              </a:rPr>
              <a:t>Project</a:t>
            </a:r>
            <a:endParaRPr b="1">
              <a:solidFill>
                <a:srgbClr val="FF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6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110" name="Google Shape;110;p65"/>
          <p:cNvSpPr txBox="1"/>
          <p:nvPr>
            <p:ph idx="1" type="body"/>
          </p:nvPr>
        </p:nvSpPr>
        <p:spPr>
          <a:xfrm>
            <a:off x="457200" y="980728"/>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Make sure that the age that you entered is between 0 to 130. Otherwise print a message that will say that your age Is wrong and ask the user to enter his age again until you will receive legal information.</a:t>
            </a:r>
            <a:endParaRPr/>
          </a:p>
          <a:p>
            <a:pPr indent="-342900" lvl="0" marL="342900" rtl="0" algn="l">
              <a:lnSpc>
                <a:spcPct val="100000"/>
              </a:lnSpc>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Make sure that the sex value is male or female, if the user chose something else then a message that will say that the sex value is illegal will be printed and the value will be required again.</a:t>
            </a:r>
            <a:endParaRPr/>
          </a:p>
          <a:p>
            <a:pPr indent="-342900" lvl="0" marL="342900" rtl="0" algn="l">
              <a:lnSpc>
                <a:spcPct val="100000"/>
              </a:lnSpc>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Clean your name value from spaces in the beginning and in the end of the string.</a:t>
            </a:r>
            <a:endParaRPr/>
          </a:p>
          <a:p>
            <a:pPr indent="-342900" lvl="0" marL="342900" rtl="0" algn="l">
              <a:lnSpc>
                <a:spcPct val="100000"/>
              </a:lnSpc>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Find out which class you bought with your fare payment. To find it find the range of fares in each class. For example, the minimum payment for the first class was 100 dollars the maximum payment was 300 dollars.  </a:t>
            </a:r>
            <a:endParaRPr sz="2400">
              <a:latin typeface="Times New Roman"/>
              <a:ea typeface="Times New Roman"/>
              <a:cs typeface="Times New Roman"/>
              <a:sym typeface="Times New Roman"/>
            </a:endParaRPr>
          </a:p>
          <a:p>
            <a:pPr indent="0" lvl="0" marL="0" rtl="0" algn="l">
              <a:lnSpc>
                <a:spcPct val="100000"/>
              </a:lnSpc>
              <a:spcBef>
                <a:spcPts val="48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p:txBody>
      </p:sp>
      <p:sp>
        <p:nvSpPr>
          <p:cNvPr id="111" name="Google Shape;111;p65"/>
          <p:cNvSpPr txBox="1"/>
          <p:nvPr>
            <p:ph type="title"/>
          </p:nvPr>
        </p:nvSpPr>
        <p:spPr>
          <a:xfrm>
            <a:off x="458102" y="-18256"/>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solidFill>
                  <a:srgbClr val="FF0000"/>
                </a:solidFill>
                <a:latin typeface="Arial"/>
                <a:ea typeface="Arial"/>
                <a:cs typeface="Arial"/>
                <a:sym typeface="Arial"/>
              </a:rPr>
              <a:t>Project continue</a:t>
            </a:r>
            <a:endParaRPr b="1">
              <a:solidFill>
                <a:srgbClr val="FF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117" name="Google Shape;117;p66"/>
          <p:cNvSpPr txBox="1"/>
          <p:nvPr>
            <p:ph idx="1" type="body"/>
          </p:nvPr>
        </p:nvSpPr>
        <p:spPr>
          <a:xfrm>
            <a:off x="424717" y="1124744"/>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The minimal payment for the second class was 50 and the maximum was 200. Let’s say that you paid 175 dollars. In this case, you will be in the first class, the preference will always go up.</a:t>
            </a:r>
            <a:endParaRPr/>
          </a:p>
          <a:p>
            <a:pPr indent="-342900" lvl="0" marL="342900" rtl="0" algn="l">
              <a:lnSpc>
                <a:spcPct val="100000"/>
              </a:lnSpc>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Randomize a ticket number of 6 numbers. If the number already exists randomize again until you will receive a new value. </a:t>
            </a:r>
            <a:endParaRPr/>
          </a:p>
          <a:p>
            <a:pPr indent="-342900" lvl="0" marL="342900" rtl="0" algn="l">
              <a:lnSpc>
                <a:spcPct val="100000"/>
              </a:lnSpc>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Write your passenger ticket in the following format to a text file. </a:t>
            </a:r>
            <a:endParaRPr/>
          </a:p>
          <a:p>
            <a:pPr indent="0" lvl="0" marL="0" rtl="0" algn="l">
              <a:lnSpc>
                <a:spcPct val="100000"/>
              </a:lnSpc>
              <a:spcBef>
                <a:spcPts val="48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a:p>
            <a:pPr indent="0" lvl="0" marL="0" rtl="0" algn="l">
              <a:lnSpc>
                <a:spcPct val="100000"/>
              </a:lnSpc>
              <a:spcBef>
                <a:spcPts val="48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p:txBody>
      </p:sp>
      <p:sp>
        <p:nvSpPr>
          <p:cNvPr id="118" name="Google Shape;118;p66"/>
          <p:cNvSpPr txBox="1"/>
          <p:nvPr>
            <p:ph type="title"/>
          </p:nvPr>
        </p:nvSpPr>
        <p:spPr>
          <a:xfrm>
            <a:off x="483931" y="116632"/>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solidFill>
                  <a:srgbClr val="FF0000"/>
                </a:solidFill>
                <a:latin typeface="Arial"/>
                <a:ea typeface="Arial"/>
                <a:cs typeface="Arial"/>
                <a:sym typeface="Arial"/>
              </a:rPr>
              <a:t>Project continue</a:t>
            </a:r>
            <a:endParaRPr b="1">
              <a:solidFill>
                <a:srgbClr val="FF0000"/>
              </a:solidFill>
              <a:latin typeface="Arial"/>
              <a:ea typeface="Arial"/>
              <a:cs typeface="Arial"/>
              <a:sym typeface="Arial"/>
            </a:endParaRPr>
          </a:p>
        </p:txBody>
      </p:sp>
      <p:pic>
        <p:nvPicPr>
          <p:cNvPr id="119" name="Google Shape;119;p66"/>
          <p:cNvPicPr preferRelativeResize="0"/>
          <p:nvPr/>
        </p:nvPicPr>
        <p:blipFill rotWithShape="1">
          <a:blip r:embed="rId3">
            <a:alphaModFix/>
          </a:blip>
          <a:srcRect b="0" l="0" r="0" t="0"/>
          <a:stretch/>
        </p:blipFill>
        <p:spPr>
          <a:xfrm>
            <a:off x="2195736" y="4653136"/>
            <a:ext cx="4680520" cy="129614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6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125" name="Google Shape;125;p67"/>
          <p:cNvSpPr txBox="1"/>
          <p:nvPr>
            <p:ph idx="1" type="body"/>
          </p:nvPr>
        </p:nvSpPr>
        <p:spPr>
          <a:xfrm>
            <a:off x="424717" y="1124744"/>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Calculate what are the chances of your passenger surviving. Notify your user what are the chances he will survive the trip. </a:t>
            </a:r>
            <a:endParaRPr/>
          </a:p>
          <a:p>
            <a:pPr indent="-342900" lvl="0" marL="342900" rtl="0" algn="l">
              <a:lnSpc>
                <a:spcPct val="100000"/>
              </a:lnSpc>
              <a:spcBef>
                <a:spcPts val="48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For example:</a:t>
            </a:r>
            <a:endParaRPr/>
          </a:p>
          <a:p>
            <a:pPr indent="0" lvl="0" marL="0" rtl="0" algn="l">
              <a:lnSpc>
                <a:spcPct val="100000"/>
              </a:lnSpc>
              <a:spcBef>
                <a:spcPts val="48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    </a:t>
            </a:r>
            <a:r>
              <a:rPr b="1" lang="en-US" sz="2400">
                <a:solidFill>
                  <a:srgbClr val="00B050"/>
                </a:solidFill>
                <a:latin typeface="Times New Roman"/>
                <a:ea typeface="Times New Roman"/>
                <a:cs typeface="Times New Roman"/>
                <a:sym typeface="Times New Roman"/>
              </a:rPr>
              <a:t>Dear Alex, your chances to die on our trip are 73.7%.</a:t>
            </a:r>
            <a:endParaRPr/>
          </a:p>
          <a:p>
            <a:pPr indent="0" lvl="0" marL="0" rtl="0" algn="l">
              <a:lnSpc>
                <a:spcPct val="100000"/>
              </a:lnSpc>
              <a:spcBef>
                <a:spcPts val="480"/>
              </a:spcBef>
              <a:spcAft>
                <a:spcPts val="0"/>
              </a:spcAft>
              <a:buClr>
                <a:srgbClr val="00B050"/>
              </a:buClr>
              <a:buSzPts val="2400"/>
              <a:buFont typeface="Times New Roman"/>
              <a:buNone/>
            </a:pPr>
            <a:r>
              <a:rPr b="1" lang="en-US" sz="2400">
                <a:solidFill>
                  <a:srgbClr val="00B050"/>
                </a:solidFill>
                <a:latin typeface="Times New Roman"/>
                <a:ea typeface="Times New Roman"/>
                <a:cs typeface="Times New Roman"/>
                <a:sym typeface="Times New Roman"/>
              </a:rPr>
              <a:t>    Enjoy your trip ☺ </a:t>
            </a:r>
            <a:endParaRPr/>
          </a:p>
          <a:p>
            <a:pPr indent="0" lvl="0" marL="0" rtl="0" algn="l">
              <a:lnSpc>
                <a:spcPct val="100000"/>
              </a:lnSpc>
              <a:spcBef>
                <a:spcPts val="48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a:p>
            <a:pPr indent="0" lvl="0" marL="0" rtl="0" algn="l">
              <a:lnSpc>
                <a:spcPct val="100000"/>
              </a:lnSpc>
              <a:spcBef>
                <a:spcPts val="48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p:txBody>
      </p:sp>
      <p:sp>
        <p:nvSpPr>
          <p:cNvPr id="126" name="Google Shape;126;p67"/>
          <p:cNvSpPr txBox="1"/>
          <p:nvPr>
            <p:ph type="title"/>
          </p:nvPr>
        </p:nvSpPr>
        <p:spPr>
          <a:xfrm>
            <a:off x="483931" y="116632"/>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solidFill>
                  <a:srgbClr val="FF0000"/>
                </a:solidFill>
                <a:latin typeface="Arial"/>
                <a:ea typeface="Arial"/>
                <a:cs typeface="Arial"/>
                <a:sym typeface="Arial"/>
              </a:rPr>
              <a:t>Project continue</a:t>
            </a:r>
            <a:endParaRPr b="1">
              <a:solidFill>
                <a:srgbClr val="FF0000"/>
              </a:solidFill>
              <a:latin typeface="Arial"/>
              <a:ea typeface="Arial"/>
              <a:cs typeface="Arial"/>
              <a:sym typeface="Arial"/>
            </a:endParaRPr>
          </a:p>
        </p:txBody>
      </p:sp>
      <p:pic>
        <p:nvPicPr>
          <p:cNvPr descr="2,200 Passengers, a brave priest, and a ship named Titanic | Faith Magazine" id="127" name="Google Shape;127;p67"/>
          <p:cNvPicPr preferRelativeResize="0"/>
          <p:nvPr/>
        </p:nvPicPr>
        <p:blipFill rotWithShape="1">
          <a:blip r:embed="rId3">
            <a:alphaModFix/>
          </a:blip>
          <a:srcRect b="0" l="0" r="0" t="0"/>
          <a:stretch/>
        </p:blipFill>
        <p:spPr>
          <a:xfrm>
            <a:off x="2051720" y="3429000"/>
            <a:ext cx="5040560" cy="302433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2007-03-25T12:09:30Z</dcterms:created>
  <dc:creator>odersky</dc:creator>
</cp:coreProperties>
</file>